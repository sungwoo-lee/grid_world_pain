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9"/>
    <p:restoredTop sz="94712"/>
  </p:normalViewPr>
  <p:slideViewPr>
    <p:cSldViewPr snapToGrid="0">
      <p:cViewPr varScale="1">
        <p:scale>
          <a:sx n="214" d="100"/>
          <a:sy n="214" d="100"/>
        </p:scale>
        <p:origin x="10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1F7A-69EA-5221-7840-72EFD6221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17818-562C-4F4B-6A3D-804792731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53617-1054-EF2C-EC2A-FB82083D7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DAE2-074C-7E47-98A6-1229A2F5C04E}" type="datetimeFigureOut">
              <a:rPr lang="en-KR" smtClean="0"/>
              <a:t>2/9/26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BFF0D-663C-60FB-12F4-C68E29F0C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49A34-169F-B62C-9E99-C1535B8B4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0DE0-C88B-FD46-B925-69C982432E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08871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33370-7553-B804-C94A-2B1E42BE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6B278-43BC-C058-15F8-8232C852C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2990C-5D91-24FF-AA7F-85996715D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DAE2-074C-7E47-98A6-1229A2F5C04E}" type="datetimeFigureOut">
              <a:rPr lang="en-KR" smtClean="0"/>
              <a:t>2/9/26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5BC16-BEF0-4A98-6D3A-A6BF5BB6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463D6-4995-39E9-D036-736A5325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0DE0-C88B-FD46-B925-69C982432E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4580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327DA-3303-7C0D-7D46-7FE2EF3A7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3D511-DCD5-007B-D909-05CFF4486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E4D8A-A79F-292E-AFDF-A769CC5D2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DAE2-074C-7E47-98A6-1229A2F5C04E}" type="datetimeFigureOut">
              <a:rPr lang="en-KR" smtClean="0"/>
              <a:t>2/9/26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C3366-E6EA-54A3-D836-E4F662820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56C3F-64BC-E63F-FA1B-3F2BED56A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0DE0-C88B-FD46-B925-69C982432E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90152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0260-670C-36AF-09CF-CDB3780A6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A57EF-5461-B596-8292-D1A926CC6B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80B9B-56E2-9C99-9A00-F986022CB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D8C26-A03C-E636-F2E3-5F10556B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DAE2-074C-7E47-98A6-1229A2F5C04E}" type="datetimeFigureOut">
              <a:rPr lang="en-KR" smtClean="0"/>
              <a:t>2/9/26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321DB-1002-DFF5-19F0-C539C33A5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4E3D9-0F5F-7689-C95A-F2BAD0CD4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0DE0-C88B-FD46-B925-69C982432E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17293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2382B-ED30-D4EE-8865-EAEAF6A3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C1427-7A8D-7A1C-45E5-691846689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FE661-9C4E-5EBF-4727-C9E28CE37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0D596F-79A3-DD1C-15D5-75606EF67F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A971-F852-74E0-B285-BE8B9BE1B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086AE-6FE9-E1D9-055B-6ED5AF34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DAE2-074C-7E47-98A6-1229A2F5C04E}" type="datetimeFigureOut">
              <a:rPr lang="en-KR" smtClean="0"/>
              <a:t>2/9/26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EC0BB-7919-7BC8-87CC-B7F19A7D1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DD3C2B-BAB5-3C2C-BB88-967A7418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0DE0-C88B-FD46-B925-69C982432E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2219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BFDB8-92CF-16E1-9D8A-5AF235BC8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D35A8-543F-C0C8-235F-8813CE840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DAE2-074C-7E47-98A6-1229A2F5C04E}" type="datetimeFigureOut">
              <a:rPr lang="en-KR" smtClean="0"/>
              <a:t>2/9/26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590AD-9613-53DD-17AF-9A9003D4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9AF1A-5C96-F3A2-6356-A2C5E7EE4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0DE0-C88B-FD46-B925-69C982432E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40140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F94150-F328-0EF9-37DD-D285E71C2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DAE2-074C-7E47-98A6-1229A2F5C04E}" type="datetimeFigureOut">
              <a:rPr lang="en-KR" smtClean="0"/>
              <a:t>2/9/26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97D3B-CDCB-666B-8188-E2521238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AAE86-72AD-8769-7EBE-F0AAF8DF0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0DE0-C88B-FD46-B925-69C982432E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1263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90EB-98D9-6019-63AA-BF8380DFC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050B1-3B21-8360-D89E-40F0F17E8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55B6D-2961-A0B4-CABB-3782883E9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D00DD-2A15-B804-E9C2-E65364BBA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DAE2-074C-7E47-98A6-1229A2F5C04E}" type="datetimeFigureOut">
              <a:rPr lang="en-KR" smtClean="0"/>
              <a:t>2/9/26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FCA45-15B6-C3BB-0B58-1B0524926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35D9B-F0CD-6628-5EB4-4B93EEF31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0DE0-C88B-FD46-B925-69C982432E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20084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19570-32CB-D5B2-83B6-CC22D9B9F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6FCA3D-754F-0DDB-C7DE-FB49BDD82A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25898-B0E9-3794-6BB5-0CA8888F0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85AAE-0130-18B0-5394-833F7EA0F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DAE2-074C-7E47-98A6-1229A2F5C04E}" type="datetimeFigureOut">
              <a:rPr lang="en-KR" smtClean="0"/>
              <a:t>2/9/26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C6669-891B-CF00-5349-59A612806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E055D-9E05-22B7-2A2D-556C98B61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0DE0-C88B-FD46-B925-69C982432E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65185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BEA4F-5583-09D5-F635-7808A9359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B4CA43-932F-3000-D2DC-1F15D1F31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4080B-63E3-9FD9-9F6A-6571C290A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DAE2-074C-7E47-98A6-1229A2F5C04E}" type="datetimeFigureOut">
              <a:rPr lang="en-KR" smtClean="0"/>
              <a:t>2/9/26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C849B-338C-AC8C-AF0C-37146E30B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D2E7D-E78B-AF7A-895E-504650B23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0DE0-C88B-FD46-B925-69C982432E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08271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36E74-B0F2-E20F-64C3-2DD77A6306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2F607-CA4D-06D3-F11C-FEFE6D351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21983-6D0B-9E28-ED84-064C9E83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9DAE2-074C-7E47-98A6-1229A2F5C04E}" type="datetimeFigureOut">
              <a:rPr lang="en-KR" smtClean="0"/>
              <a:t>2/9/26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4B488-73F6-8C06-FC95-C540DF46B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295EE-4A18-D078-896B-D47011E2C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0DE0-C88B-FD46-B925-69C982432E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84476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302D27-B5F4-DE0D-BE24-E20753271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BDDA4-A009-E0BF-136D-C0C7775BD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52435-1896-A0C6-1519-685C7BAE9F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C9DAE2-074C-7E47-98A6-1229A2F5C04E}" type="datetimeFigureOut">
              <a:rPr lang="en-KR" smtClean="0"/>
              <a:t>2/9/26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9BE1D-4AA2-63E6-EC4A-CB2C4FE34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50226-7C06-B4C2-5673-7B4295D38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90DE0-C88B-FD46-B925-69C982432E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6749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of a cat with a spikey head&#10;&#10;AI-generated content may be incorrect.">
            <a:extLst>
              <a:ext uri="{FF2B5EF4-FFF2-40B4-BE49-F238E27FC236}">
                <a16:creationId xmlns:a16="http://schemas.microsoft.com/office/drawing/2014/main" id="{EC695F82-78DB-5A5B-74EB-47A7F9966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265" y="3696111"/>
            <a:ext cx="2894694" cy="2894694"/>
          </a:xfrm>
          <a:prstGeom prst="rect">
            <a:avLst/>
          </a:prstGeom>
        </p:spPr>
      </p:pic>
      <p:pic>
        <p:nvPicPr>
          <p:cNvPr id="7" name="Picture 6" descr="A cartoon of a cat and an apple&#10;&#10;AI-generated content may be incorrect.">
            <a:extLst>
              <a:ext uri="{FF2B5EF4-FFF2-40B4-BE49-F238E27FC236}">
                <a16:creationId xmlns:a16="http://schemas.microsoft.com/office/drawing/2014/main" id="{83BADCE9-CDC9-6825-45DD-AB2098F65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9679" y="4147704"/>
            <a:ext cx="2268187" cy="2268187"/>
          </a:xfrm>
          <a:prstGeom prst="rect">
            <a:avLst/>
          </a:prstGeom>
        </p:spPr>
      </p:pic>
      <p:pic>
        <p:nvPicPr>
          <p:cNvPr id="9" name="Picture 8" descr="A cartoon cat and a black silhouette of a monster&#10;&#10;AI-generated content may be incorrect.">
            <a:extLst>
              <a:ext uri="{FF2B5EF4-FFF2-40B4-BE49-F238E27FC236}">
                <a16:creationId xmlns:a16="http://schemas.microsoft.com/office/drawing/2014/main" id="{68B04529-CFBF-8DAD-E417-628E466D4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369" y="289298"/>
            <a:ext cx="2645310" cy="2645310"/>
          </a:xfrm>
          <a:prstGeom prst="rect">
            <a:avLst/>
          </a:prstGeom>
        </p:spPr>
      </p:pic>
      <p:pic>
        <p:nvPicPr>
          <p:cNvPr id="11" name="Picture 10" descr="A cartoon of a cat&#10;&#10;AI-generated content may be incorrect.">
            <a:extLst>
              <a:ext uri="{FF2B5EF4-FFF2-40B4-BE49-F238E27FC236}">
                <a16:creationId xmlns:a16="http://schemas.microsoft.com/office/drawing/2014/main" id="{C05A7CF5-F446-3961-1D0D-642DDA1DE8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7959" y="267195"/>
            <a:ext cx="3111500" cy="3111500"/>
          </a:xfrm>
          <a:prstGeom prst="rect">
            <a:avLst/>
          </a:prstGeom>
        </p:spPr>
      </p:pic>
      <p:pic>
        <p:nvPicPr>
          <p:cNvPr id="13" name="Picture 12" descr="A yellow and black logo&#10;&#10;AI-generated content may be incorrect.">
            <a:extLst>
              <a:ext uri="{FF2B5EF4-FFF2-40B4-BE49-F238E27FC236}">
                <a16:creationId xmlns:a16="http://schemas.microsoft.com/office/drawing/2014/main" id="{731089A4-E103-1BC3-9DDA-D9AC7BAFFB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8174" y="3638943"/>
            <a:ext cx="3111500" cy="3111500"/>
          </a:xfrm>
          <a:prstGeom prst="rect">
            <a:avLst/>
          </a:prstGeom>
        </p:spPr>
      </p:pic>
      <p:pic>
        <p:nvPicPr>
          <p:cNvPr id="15" name="Picture 14" descr="A red apple with a green leaf&#10;&#10;AI-generated content may be incorrect.">
            <a:extLst>
              <a:ext uri="{FF2B5EF4-FFF2-40B4-BE49-F238E27FC236}">
                <a16:creationId xmlns:a16="http://schemas.microsoft.com/office/drawing/2014/main" id="{80D04471-962C-2702-01EE-A29332E5EB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40" y="3304391"/>
            <a:ext cx="3111500" cy="3111500"/>
          </a:xfrm>
          <a:prstGeom prst="rect">
            <a:avLst/>
          </a:prstGeom>
        </p:spPr>
      </p:pic>
      <p:pic>
        <p:nvPicPr>
          <p:cNvPr id="17" name="Picture 16" descr="A logo of a black dragon with red eyes&#10;&#10;AI-generated content may be incorrect.">
            <a:extLst>
              <a:ext uri="{FF2B5EF4-FFF2-40B4-BE49-F238E27FC236}">
                <a16:creationId xmlns:a16="http://schemas.microsoft.com/office/drawing/2014/main" id="{A3C85363-F5AE-9D62-2C2A-0B177BC62E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7708" y="107558"/>
            <a:ext cx="3111500" cy="3111500"/>
          </a:xfrm>
          <a:prstGeom prst="rect">
            <a:avLst/>
          </a:prstGeom>
        </p:spPr>
      </p:pic>
      <p:pic>
        <p:nvPicPr>
          <p:cNvPr id="19" name="Picture 18" descr="A rock with green moss&#10;&#10;AI-generated content may be incorrect.">
            <a:extLst>
              <a:ext uri="{FF2B5EF4-FFF2-40B4-BE49-F238E27FC236}">
                <a16:creationId xmlns:a16="http://schemas.microsoft.com/office/drawing/2014/main" id="{79905BBC-3EA6-D7F4-03FA-EA94E67799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840" y="267195"/>
            <a:ext cx="2792227" cy="279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7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quare box with a cat face&#10;&#10;AI-generated content may be incorrect.">
            <a:extLst>
              <a:ext uri="{FF2B5EF4-FFF2-40B4-BE49-F238E27FC236}">
                <a16:creationId xmlns:a16="http://schemas.microsoft.com/office/drawing/2014/main" id="{08938E81-1910-F2F2-0A1C-4AA356511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3793" y="160317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8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cube with a face&#10;&#10;AI-generated content may be incorrect.">
            <a:extLst>
              <a:ext uri="{FF2B5EF4-FFF2-40B4-BE49-F238E27FC236}">
                <a16:creationId xmlns:a16="http://schemas.microsoft.com/office/drawing/2014/main" id="{D88FD6EA-0DA0-6BF2-BF34-FBCAE9926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1233" y="-83127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5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3644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Sungwoo Lee</dc:creator>
  <cp:lastModifiedBy>Sungwoo Lee</cp:lastModifiedBy>
  <cp:revision>1</cp:revision>
  <dcterms:created xsi:type="dcterms:W3CDTF">2026-02-09T02:10:36Z</dcterms:created>
  <dcterms:modified xsi:type="dcterms:W3CDTF">2026-02-09T02:29:32Z</dcterms:modified>
</cp:coreProperties>
</file>